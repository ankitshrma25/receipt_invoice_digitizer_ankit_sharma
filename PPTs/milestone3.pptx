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D5D861-8BAB-4B92-AAA8-48988322C9EE}" v="7" dt="2026-02-24T14:39:59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58" d="100"/>
          <a:sy n="58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44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1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80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7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0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2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4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9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41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34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007C1-5701-415A-9C9F-187A8E5EBBE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8C6FC-C67F-4622-915E-95B991388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72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6295-923F-5B16-CA2F-2FE0F8682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Receipt and </a:t>
            </a:r>
            <a:br>
              <a:rPr lang="en-IN" b="1" dirty="0"/>
            </a:br>
            <a:r>
              <a:rPr lang="en-IN" b="1" dirty="0"/>
              <a:t>Invoice Digitizer- OCR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E9AA0-EAD5-B30C-B694-D464CBAD9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41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83F2-B2B1-6ABC-7AB8-3F5EED79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A66CF2-AF37-51AC-F2CF-2891C6324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8" y="2411834"/>
            <a:ext cx="603062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extraction of data from receipts and invoices is time-consuming and inefficient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probability of human errors during data entry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Difficulty in storing, searching, and analyzing physical documents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automation in handling unstructured document formats</a:t>
            </a:r>
          </a:p>
        </p:txBody>
      </p:sp>
    </p:spTree>
    <p:extLst>
      <p:ext uri="{BB962C8B-B14F-4D97-AF65-F5344CB8AC3E}">
        <p14:creationId xmlns:p14="http://schemas.microsoft.com/office/powerpoint/2010/main" val="5054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5691-19F7-CBB2-88CB-5D869CE0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OCR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B65F-B859-D2CD-DED4-62427E9AA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Optical Character Recognition (OCR) is a technology used to convert text within images into machine-readable format</a:t>
            </a:r>
          </a:p>
          <a:p>
            <a:r>
              <a:rPr lang="en-US" dirty="0"/>
              <a:t>Enables automated extraction of textual data from scanned documents</a:t>
            </a:r>
          </a:p>
          <a:p>
            <a:r>
              <a:rPr lang="en-US" dirty="0"/>
              <a:t>Widely used in domains such as banking, retail billing, and document management</a:t>
            </a:r>
          </a:p>
          <a:p>
            <a:r>
              <a:rPr lang="en-US" dirty="0"/>
              <a:t>Forms the foundation for intelligent document processing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30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35F9-FAE8-31DE-E462-2AE3E799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Role of LLM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EEF4AD-4097-977A-1599-3275BFA31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60976" y="1725197"/>
            <a:ext cx="648300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 Language Models (LLMs) enable intelligent understanding of unstructured text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Google Gemini is used to interpret OCR-extracted text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key entities such as: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Invoice number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Vendor details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amount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accuracy compared to rule-based extraction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Handles variations in document formats effectively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dependency on complex regex patterns</a:t>
            </a:r>
          </a:p>
        </p:txBody>
      </p:sp>
    </p:spTree>
    <p:extLst>
      <p:ext uri="{BB962C8B-B14F-4D97-AF65-F5344CB8AC3E}">
        <p14:creationId xmlns:p14="http://schemas.microsoft.com/office/powerpoint/2010/main" val="335115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0CE4-6091-423D-42C3-DFEFB79B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2546F3-115C-49E2-D94D-0E4B84A73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8" y="2134836"/>
            <a:ext cx="54026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Core programming language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pytesseract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Interface for Tesseract OCR engine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Pillow (PIL)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Image processing and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pdf2image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Conversion of PDF pages into images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Regular Expressions (Regex)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Pattern-based data extraction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Structured data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24557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87F6-2630-EC69-5E4A-B1CF5E3C1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Setup &amp; Installation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E3D82B-3F04-3A33-B1C3-672ABE72DF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273336"/>
            <a:ext cx="52263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 Python environment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 Tesseract OCR engine and configure system path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 required Python libraries using pip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 proper handling of dependencies for PDF processing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IN" dirty="0"/>
              <a:t>Command: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</a:t>
            </a:r>
            <a:r>
              <a:rPr lang="en-US" dirty="0"/>
              <a:t>pip install </a:t>
            </a:r>
            <a:r>
              <a:rPr lang="en-US" dirty="0" err="1"/>
              <a:t>pytesseract</a:t>
            </a:r>
            <a:r>
              <a:rPr lang="en-US" dirty="0"/>
              <a:t> pillow pdf2image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712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81E4-BE3A-1506-7201-203A15FC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Input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57674-87F6-531A-DBA3-289984E7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system accepts file paths as input through command-line arguments</a:t>
            </a:r>
          </a:p>
          <a:p>
            <a:r>
              <a:rPr lang="en-US" sz="2000" dirty="0"/>
              <a:t>Supports multiple file formats:</a:t>
            </a:r>
          </a:p>
          <a:p>
            <a:pPr lvl="1"/>
            <a:r>
              <a:rPr lang="en-US" sz="2000" dirty="0"/>
              <a:t>Image files (.jpg, .</a:t>
            </a:r>
            <a:r>
              <a:rPr lang="en-US" sz="2000" dirty="0" err="1"/>
              <a:t>png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PDF documents</a:t>
            </a:r>
          </a:p>
          <a:p>
            <a:r>
              <a:rPr lang="en-US" sz="2000" dirty="0"/>
              <a:t>Automatically determines file type based on extension</a:t>
            </a:r>
          </a:p>
          <a:p>
            <a:r>
              <a:rPr lang="en-US" sz="2000" dirty="0"/>
              <a:t>Routes input to the appropriate processing pipeline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28032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116E-807D-BBB4-4A65-B3EEF3FA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Text Extraction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2129ED-3807-E3EA-342C-0D6A90E88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6" y="1996336"/>
            <a:ext cx="44662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Images are processed using the Pillow library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OCR is applied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pytesseract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extract textual content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PDF files: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page is converted into an image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OCR is applied sequentially to all pages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Extracted text is stored as raw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366806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7F75-5D45-FB16-973C-9D500F80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Document Type Classification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2192F0-B176-2B9E-4120-99B35A14D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134835"/>
            <a:ext cx="50501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distinguishes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receipts and invoices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Classification is based on keyword detection and scoring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Invoice indicators: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“Invoice”, “GSTIN”, “Due Date”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Receipt indicators: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“Receipt”, “Transaction ID”, “Thank You”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context-specific data extraction</a:t>
            </a:r>
          </a:p>
        </p:txBody>
      </p:sp>
    </p:spTree>
    <p:extLst>
      <p:ext uri="{BB962C8B-B14F-4D97-AF65-F5344CB8AC3E}">
        <p14:creationId xmlns:p14="http://schemas.microsoft.com/office/powerpoint/2010/main" val="273692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067D-65F7-DC0E-B683-EDB01561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Invoice Data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31B17B-237B-CBED-8093-862344109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273335"/>
            <a:ext cx="61849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Extracts structured fields including: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Invoice Number and Date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Vendor and Customer Details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Tax Information (CGST, SGST, IGST)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Payment Terms and Due Date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Amount and Balance Due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Utilizes regex-based pattern matching for accurate extraction</a:t>
            </a:r>
          </a:p>
        </p:txBody>
      </p:sp>
    </p:spTree>
    <p:extLst>
      <p:ext uri="{BB962C8B-B14F-4D97-AF65-F5344CB8AC3E}">
        <p14:creationId xmlns:p14="http://schemas.microsoft.com/office/powerpoint/2010/main" val="4091022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4D67-C859-801A-C453-38790E12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Receipt Data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CC7BF8-D27A-BFC6-2D9D-DBB07F4C94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411834"/>
            <a:ext cx="50349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Extracts key transactional information: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 Name and Address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Receipt Number and Transaction ID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Date and Time of purchase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Items purchased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Amount and Payment Method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Designed to handle varying receipt formats</a:t>
            </a:r>
          </a:p>
        </p:txBody>
      </p:sp>
    </p:spTree>
    <p:extLst>
      <p:ext uri="{BB962C8B-B14F-4D97-AF65-F5344CB8AC3E}">
        <p14:creationId xmlns:p14="http://schemas.microsoft.com/office/powerpoint/2010/main" val="1890870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200B55-0D58-35B6-F434-B8D91959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Workflow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04A71A-FFC7-7D0F-B95B-397FC11A69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08165" y="3185838"/>
            <a:ext cx="6182122" cy="391873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6747B-2F82-CC4E-D6DC-29FB2870081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121276" y="702033"/>
            <a:ext cx="677795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begins with uploading a document (image or PDF)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Optical Character Recognition (OCR) extracts raw text from the document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Extracted text is processed using an LLM (Gemini) for intelligent understanding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Structured invoice data is generated and validated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processed data is stored in a database for future access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stored record is returned to the user or application</a:t>
            </a:r>
          </a:p>
        </p:txBody>
      </p:sp>
    </p:spTree>
    <p:extLst>
      <p:ext uri="{BB962C8B-B14F-4D97-AF65-F5344CB8AC3E}">
        <p14:creationId xmlns:p14="http://schemas.microsoft.com/office/powerpoint/2010/main" val="248676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D14B-6ACA-95B7-3E5A-E4C4F6CF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Line Item Extraction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A41A98-7828-6822-1244-CEBF4E6F69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273335"/>
            <a:ext cx="56560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individual items within the document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Extracted attributes include: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 description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Unit price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price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multi-pattern matching to handle structured and semi-structured formats</a:t>
            </a:r>
          </a:p>
        </p:txBody>
      </p:sp>
    </p:spTree>
    <p:extLst>
      <p:ext uri="{BB962C8B-B14F-4D97-AF65-F5344CB8AC3E}">
        <p14:creationId xmlns:p14="http://schemas.microsoft.com/office/powerpoint/2010/main" val="383384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F141-8AE4-C2CC-FAB5-02F5C303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Processing &amp; Normalization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546E75-7587-A1EA-FED9-91AEBE07A5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134835"/>
            <a:ext cx="425690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Cleans extracted values by removing symbols and formatting inconsistencies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Detects currency types (INR, USD, EUR, GBP)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Standardizes field names for consistency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Merges invoice and receipt outputs into a unified schema</a:t>
            </a:r>
          </a:p>
        </p:txBody>
      </p:sp>
    </p:spTree>
    <p:extLst>
      <p:ext uri="{BB962C8B-B14F-4D97-AF65-F5344CB8AC3E}">
        <p14:creationId xmlns:p14="http://schemas.microsoft.com/office/powerpoint/2010/main" val="145230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620E-EBFF-B4B5-5012-DDB9D164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Output Format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F2C084-30E6-9876-39E4-EE0C307FAA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8" y="2550334"/>
            <a:ext cx="44662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 output is generated in JSON format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structured and machine-readable data representation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Facilitates integration with databases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63722840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58</TotalTime>
  <Words>604</Words>
  <Application>Microsoft Office PowerPoint</Application>
  <PresentationFormat>Widescreen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 Light</vt:lpstr>
      <vt:lpstr>Rockwell</vt:lpstr>
      <vt:lpstr>Wingdings</vt:lpstr>
      <vt:lpstr>Atlas</vt:lpstr>
      <vt:lpstr>Receipt and  Invoice Digitizer- OCR Model</vt:lpstr>
      <vt:lpstr>Problem Statement</vt:lpstr>
      <vt:lpstr>Introduction to OCR</vt:lpstr>
      <vt:lpstr>Role of LLM</vt:lpstr>
      <vt:lpstr>Technologies Used</vt:lpstr>
      <vt:lpstr>System Setup &amp; Installation</vt:lpstr>
      <vt:lpstr>Input Handling</vt:lpstr>
      <vt:lpstr>Text Extraction Process</vt:lpstr>
      <vt:lpstr>Document Type Classification</vt:lpstr>
      <vt:lpstr>Invoice Data Extraction</vt:lpstr>
      <vt:lpstr>Receipt Data Extraction</vt:lpstr>
      <vt:lpstr>System Workflow</vt:lpstr>
      <vt:lpstr>Line Item Extraction </vt:lpstr>
      <vt:lpstr>Data Processing &amp; Normalization</vt:lpstr>
      <vt:lpstr>Output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Sandana Aini</dc:creator>
  <cp:lastModifiedBy>Sandana Aini</cp:lastModifiedBy>
  <cp:revision>2</cp:revision>
  <dcterms:created xsi:type="dcterms:W3CDTF">2026-02-23T13:48:24Z</dcterms:created>
  <dcterms:modified xsi:type="dcterms:W3CDTF">2026-02-24T14:40:57Z</dcterms:modified>
</cp:coreProperties>
</file>